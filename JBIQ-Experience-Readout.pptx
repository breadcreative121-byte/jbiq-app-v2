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JBIQ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EDE7FF"/>
                </a:solidFill>
                <a:latin typeface="Arial Black"/>
              </a:rPr>
              <a:t>JIOBHARATIQ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DESIGN TEAM READOUT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  <a:latin typeface="Arial Black"/>
              </a:rPr>
              <a:t>Experience &amp;</a:t>
            </a:r>
          </a:p>
          <a:p>
            <a:pPr algn="l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  <a:latin typeface="Arial Black"/>
              </a:rPr>
              <a:t>to-dos.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What we're building, what's outstanding, and what we need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from each other to ship 15 signature experiences at GA quality —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on a shared substrate.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2286000" cy="36576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"/>
              </a:rPr>
              <a:t>Matt Jarvis  ·  Design pod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01  ·  THE SHAPE OF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Three things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6118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606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151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Foundational core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100M+ users in 12+ languages navigating without English literacy in under 3 minutes. The substrate every vertical sits on. Lifecycle-aware home maps to 6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240280"/>
            <a:ext cx="36118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2606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6151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15 signature experiences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42519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Each structurally unreplicable. Each measured on its own D7 organic return. Across Astrology, Devotion, Entertainment, News, Jobs, Careers, Skills.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2240280"/>
            <a:ext cx="36118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2606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6151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Scalable production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42519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Vertical Lift — 7-day cycle from validated use case to live. Partner Portal moving from advisory to hard-gate. Design produces reusable primitives, not bespoke 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The headline tension: breadth vs quality is no longer optional — both must be delivered together. The design operating model has to change to enable that.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02  ·  HOW THIS DECK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Two halves, one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HALF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The 15 signature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Astrology &amp; Devotion — seven experiences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17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Entertainment &amp; News — four experiences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834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Jobs, Careers &amp; Skills — four experiences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49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Per-experience: what it is, where it is, what's outstanding.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33172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697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HALF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063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C0D10"/>
                </a:solidFill>
                <a:latin typeface="Arial Black"/>
              </a:rPr>
              <a:t>Cross-cutting design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251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Voice + multimodal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617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617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Design system at i18n scale + lifecycle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49834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Partner Portal and memory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5349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Per work-stream: dependencies, owners, gates.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03  · 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15 signature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Grand Kundali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Cinematic walkthrough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2402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224028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Talk to Your Planets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67004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Conversational astrology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2402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24028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Kundali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67004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Compatibility in 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278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Shubh Muhurat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Auspicious-time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10896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310896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2278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Live Darshan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Daily-rhythm devotional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10896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310896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32278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Devotional Feed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Shareable WA 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7764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77640"/>
            <a:ext cx="73152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Sacred Calendar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0740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Festival + Vrat aware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397764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6552" y="3977640"/>
            <a:ext cx="73152" cy="7772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409651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Cricket Match Companion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84" y="440740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Second-screen on JioHotstar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397764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3024" y="3977640"/>
            <a:ext cx="73152" cy="7772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09651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AI Jockey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40740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Persona-driven audio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84632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846320"/>
            <a:ext cx="73152" cy="7772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9651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AI Anchor Daily Brief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27608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Voice news anchor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6552" y="484632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6552" y="4846320"/>
            <a:ext cx="73152" cy="7772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72584" y="49651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Multimodal Fact Checker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2584" y="527608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8s sourced verdict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4" y="484632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93024" y="4846320"/>
            <a:ext cx="73152" cy="7772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6" y="49651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Microlearning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527608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Diagnostic-first coaching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7150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715000"/>
            <a:ext cx="73152" cy="7772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5833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English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6144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AI avatar · pronunciation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16552" y="57150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16552" y="5715000"/>
            <a:ext cx="73152" cy="7772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2584" y="5833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Interview Prep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2584" y="6144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Mock studios + morning-of kit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93024" y="57150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93024" y="5715000"/>
            <a:ext cx="73152" cy="7772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49056" y="5833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Government Exam Prep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49056" y="6144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Discovery + study companion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Astrology &amp; Devotion (purple) · Entertainment &amp; News (sparkle blue) · Jobs, Careers &amp; Skills (teal).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04  ·  ASTROLOGY &amp; DEVOTION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Seven experiences. Daily-rhythm + cinematic.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Grand Kundali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Cinematic voice-first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6265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Pacing + prosody spec across 2 launch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91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Persona definition + audio-direction style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210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Pause / interrupt / resume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05740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057400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585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Talk to Your Planets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243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Conversational astrology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5351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296265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Persona library — 9 planets, voice +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82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3291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Memory-aware recall (prior questions, themes)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6210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Sensitive-moment safety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05740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057400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2585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Kundali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243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Compatibility in 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5351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96265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Disclosure pattern for sensitive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82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291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Multi-party UI (two charts, one screen)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36210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Share-back artefact for partner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205740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2057400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2585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Shubh Muhurat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6243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Auspicious-time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95351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296265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Calendar primitive (Indic + lunar)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282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3291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Auto-attach to event types (travel, puja)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36210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Daily notification rules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096512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096512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297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Live Darshan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Daily-rhythm devotional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9926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50017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Time-of-day surfacing logic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3218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53309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WA share-card visual + copy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6509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566013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Low-bandwidth video fallback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0" y="4096512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29000" y="4096512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03320" y="4297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Devotional Feed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03320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Shareable WA cards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49926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67912" y="50017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Card system — 6 templates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53218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67912" y="53309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Festival-aware ranking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03320" y="56509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67912" y="566013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Repost / re-share cadence rules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4096512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7920" y="4096512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4297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Sacred Calendar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Festival + Vrat aware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49926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6832" y="50017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Locked vocabulary across regions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53218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56832" y="53309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Notification orchestration with CLM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56509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6832" y="566013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Regional / festival variant set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Vertical targets: Astrology 30% MAU weekly · Devotion 40% MAU weekly · NPS ≥ 60 after 3rd session.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05  ·  ENTERTAINMENT &amp;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Four experiences. Second-screen + share-back.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974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Cricket Match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Second-screen on JioHotstar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Multilingual voice commentary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Friend-group leaderboard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WA share-card per moment (wickets, sixes)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Latency holds for live commentary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32511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10% Cricket sessions → WA share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103120"/>
            <a:ext cx="26974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AI Jockey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Persona-driven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Persona library + tone manifest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Memory-aware playlist / recall 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Listener-attention modelling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Hand-off to news / sport when relevant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103120"/>
            <a:ext cx="26974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AI Anchor Daily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Voice news anchor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Voice anchor persona — 3+ languages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Sourcing convention + visible citation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Pacing + prosody for news vs commentary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Personalised brief (memory-aware)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2103120"/>
            <a:ext cx="26974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Multimodal Fact Checker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8s sourced verdict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Capture flows — text, image OCR, voice note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Four-tier verdict card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575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Sourcing UI — visible, not buried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575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15% verdict share-back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3159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8AD"/>
                </a:solidFill>
                <a:latin typeface="Arial Black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5752" y="432511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Cross-language sourcing for tier-2 langs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Vertical targets: 5% of JioHotstar / JioSaavn / JioNews users on JBIQ weekly · CSAT 4.0+ · Fact Checker 90%+ in 8s.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06  ·  JOBS, CAREERS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Four experiences. Diagnostic-first coaching.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974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Microlearning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Diagnostic-first coaching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Diagnostic primitive (shared across vertical)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Session-opening template + 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Microlearning card system — daily nudge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Outcome instrumentation Day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103120"/>
            <a:ext cx="26974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English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AI avatar · pronunciation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Avatar persona + audio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Real-time pronunciation / tone feedback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Error-recovery patterns (low-confidence)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Cross-session memory of learning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159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2" y="432511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Zero-English path even in English Learning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103120"/>
            <a:ext cx="26974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Interview Prep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Mock studios + morning-of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Company-specific mock studio scoping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Pressure-drill mode (timed, stressors)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Morning-of kit — checklist + nerves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Feedback artefact users can re-listen 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21031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2103120"/>
            <a:ext cx="26974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23042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Government Exam Prep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6700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Discovery + study companion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2999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300837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Exam discovery flow (eligibility + locality)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Study companion — daily plan + checkpoints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3657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5752" y="366674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Multimodal capture for past-paper photos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986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D8B"/>
                </a:solidFill>
                <a:latin typeface="Arial Black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5752" y="399592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0D10"/>
                </a:solidFill>
                <a:latin typeface="Arial"/>
              </a:rPr>
              <a:t>Vernacular-first across 12+ languages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Vertical targets: 30% MAU weekly · 50% new-user trial in 7 days · 50%+ complete a first coached session · 75%+ end with a feedback signal.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07  ·  CROSS-CUTTING DESIGN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Three streams powering all 15.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6118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STREAM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C0D10"/>
                </a:solidFill>
                <a:latin typeface="Arial Black"/>
              </a:rPr>
              <a:t>Voice + multimodal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TTS prosody per content type · barge-in / turn-taking / listening-state · latency-as-design · voice + visual card pairing · multimodal capture (bills, medicine labels, IDs). System-level, not per-experience.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240280"/>
            <a:ext cx="36118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5146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78AD"/>
                </a:solidFill>
                <a:latin typeface="Arial Black"/>
              </a:rPr>
              <a:t>STREAM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8346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C0D10"/>
                </a:solidFill>
                <a:latin typeface="Arial Black"/>
              </a:rPr>
              <a:t>Design system at i18n scale + lifecycle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93192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Components that hold across 12+ languages and 6 lifecycle states · language-aware typography + density · pseudo-language coverage · JioID warm-start UI · home as discovery engine. The substrate every vertical builds 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24028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2240280"/>
            <a:ext cx="36118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5146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AD8B"/>
                </a:solidFill>
                <a:latin typeface="Arial Black"/>
              </a:rPr>
              <a:t>STREAM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8346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C0D10"/>
                </a:solidFill>
                <a:latin typeface="Arial Black"/>
              </a:rPr>
              <a:t>Partner Portal + memory UI + cross-surface coherence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93192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B4D52"/>
                </a:solidFill>
                <a:latin typeface="Arial"/>
              </a:rPr>
              <a:t>Memory UI as a trust surface · Partner Portal moving from advisory to hard-gate · cross-surface coherence (chat / push / WhatsApp / share-back) · governance enforcement UI. Trust-by-design.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08  ·  VOICE + MULTIMODAL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What this stream has to 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VOICE — PATTERN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87168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TTS prosody per content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Devotional · news · coaching · transactional across 12+ languages.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45536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45536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55264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Barge-in + turn-taking + listening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7472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The is-it-listening problem; carries across every voice surface.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03904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1363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Latency-as-design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3308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Loading states, hold patterns, partial-result behaviour to p50 ≤ 2.5s simple → 15s multi-skill.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62272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62272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Cinematic voice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9145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Pacing + persona rules parallel to the four-beat (Ch. 5.10).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20640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303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Voice + visual card pairing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449824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Rich UX cards alongside voice — what's said vs shown.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AD"/>
                </a:solidFill>
                <a:latin typeface="Arial Black"/>
              </a:rPr>
              <a:t>MULTIMODAL — CAPTURE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487168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487168"/>
            <a:ext cx="73152" cy="5669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59689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Bill / invoice / ID capture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81635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Framing guides, low-light/blur handling, confirmation UX.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145536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145536"/>
            <a:ext cx="73152" cy="5669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255264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Medicine label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47472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Health vertical — multimodal validation for OCR + dose.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803904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803904"/>
            <a:ext cx="73152" cy="5669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391363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Low-literacy confirmation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13308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"We read it as X — is that right?" pattern across languages.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462272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462272"/>
            <a:ext cx="73152" cy="5669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Voice + image hybrid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479145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Fact Checker (text + image OCR + voice note) coordinated capture.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120640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120640"/>
            <a:ext cx="73152" cy="5669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52303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Multimodal failure recovery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5449824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When OCR is uncertain — voice-led correction.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09  ·  DESIGN SYSTEM +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The substrate, made shippable.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STREAM B — DESIGN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87168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Components at i18n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12+ language coverage, density and line-height variants.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45536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45536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55264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Pseudo-language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7472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Every component validated against script-mix and length expansion.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03904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1363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Component variants per lifecycle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3308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New · Activated · Engaged · Retained · At-Risk · Returning.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62272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62272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JioID native SDK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9145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First-paint identity-driven personalisation; thin-profile fallback.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20640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303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Vertical Lift primitives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449824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Intent sets, eval harnesses, build scaffolding agents instantiate.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D8B"/>
                </a:solidFill>
                <a:latin typeface="Arial Black"/>
              </a:rPr>
              <a:t>LIFECYCLE HOME + MEMORY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487168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487168"/>
            <a:ext cx="73152" cy="5669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59689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Home as discovery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81635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50%+ users engage 2+ experiences in week one — organically.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145536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145536"/>
            <a:ext cx="73152" cy="5669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255264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6 lifecycle states composition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47472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Per-state content rules. Design owns the state-by-state composition.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803904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803904"/>
            <a:ext cx="73152" cy="5669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391363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Day-0 warm start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13308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Pre-/post-identity states + gradient between them.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462272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462272"/>
            <a:ext cx="73152" cy="5669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Memory UI — view, edit, 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479145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DPDP story lives here; 24h cross-surface propagation visible.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120640"/>
            <a:ext cx="5212080" cy="56692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120640"/>
            <a:ext cx="73152" cy="5669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52303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Cross-surface coherence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5449824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Same product feel across in-app / push / WhatsApp / share-cards.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10  ·  DEPENDENCIES &amp;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What design needs, what design owes.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UXR validation ≥ 2 wks pre-ship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311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Calendars change. First version of every signature experience gets full UXR; subsequent iterations run lighter.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24328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24328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GrowthBook live + 10% holdout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523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Design briefs include hypothesis + variant strategy. Components compose for experiments.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45536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45536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64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Vertical Lift agentic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735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Design ships reusable primitives — intent sets, eval harnesses, build scaffolding. If primitives don't exist, the 7-day cycle collapses.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66744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856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i18n across 12+ Indian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94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Design system needs language-aware typography, density, line-height. Script-mix coverage. Pseudo-language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87952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187952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068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JioID native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15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Identity-driven personalisation at first paint. Design handles pre-/post-identity states.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60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Memory + Personalization &lt; 50ms P95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371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Design relies on personalised content on first paint; designs the thin-profile fallback for users with &lt; 3 sessions.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8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230368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Guardrails fail-closed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3583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Error and refusal patterns are first-class. Soft landings across 12+ languages without leaking policy detail.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51576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751576"/>
            <a:ext cx="73152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70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6 lifecycle states from CLM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879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Design owns the visual + content mapping per state.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Experience &amp; To-dos  ·  Design team readout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11  ·  OPEN QUESTIONS +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 Black"/>
              </a:rPr>
              <a:t>Six things we need to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2044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Who owns the voice interaction model at the system level?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Core Experience, or a horizontal craft lead?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52044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3520440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657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How does design fit Vertical Lift?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Authoring primitives that agents instantiate, reviewing agent output, or both?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90288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90288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What's the design SLA against the 7-day cycle?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When does design enter, exit, re-enter?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590288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4590288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72744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Who composes the per-state content for the 6 lifecycle home states?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5138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Core Experience, CLM, or vertical PMs surfacing into a state grammar?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6013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60136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Where does the Partner Portal sit in the design org?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087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Platform craft, or experiences craft?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566013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5660136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57972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What does the design system need to ship at Beta exit to make GA achievable?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62087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i18n, lifecycle, components, primitives — what's the minimum set?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55080"/>
            <a:ext cx="2286000" cy="36576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JBIQ  ·  Experience &amp; To-dos  ·  Matt Jarvis  ·  May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